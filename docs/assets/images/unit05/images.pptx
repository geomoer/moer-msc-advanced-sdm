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EF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96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F1EFD5-23F0-40EF-AA6B-EEE18044D4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76B3ECD-4858-4E41-862E-BA3D30CED7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E216450-0FCC-4CA2-889E-47789806F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6D030-0807-4209-A108-0854EEB465DA}" type="datetimeFigureOut">
              <a:rPr lang="de-DE" smtClean="0"/>
              <a:t>13.05.2026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E6FA30A-742E-4BFE-972B-F30D4816F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13CCDC5-3799-4958-964E-BCA770C64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DC0DF-FA0B-4BF0-AEFB-6AF6D995032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85039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28C855-6D50-46D7-8EC5-A4B3C67B6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565F2B4-B393-420A-835C-5C2D7A20F2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D680500-1401-4A49-88CE-68C69476D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6D030-0807-4209-A108-0854EEB465DA}" type="datetimeFigureOut">
              <a:rPr lang="de-DE" smtClean="0"/>
              <a:t>13.05.2026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261B351-987E-443D-9D6E-61B34E3E4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06BC665-7EC0-4E4A-AD2E-FB14AEB98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DC0DF-FA0B-4BF0-AEFB-6AF6D995032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20785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82E30B-704A-4A1C-85CF-C211DFEB8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4BCEA66-4A1A-44BA-B47E-7EE1C3488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525E6F5-2DCE-4ADD-8C8D-FBE054748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6D030-0807-4209-A108-0854EEB465DA}" type="datetimeFigureOut">
              <a:rPr lang="de-DE" smtClean="0"/>
              <a:t>13.05.2026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8F3BF7C-84E8-4238-9D57-63545D129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9C84A56-FEF6-454B-B269-BEEE09CDF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DC0DF-FA0B-4BF0-AEFB-6AF6D995032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37424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3E7C73-659D-4A0B-9ED0-BC6AC66DF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9291D42-8283-4823-9C03-ED11128FD1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61B92CC-C4FB-4135-A48A-43B63DEAB5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8A1EFE7-FFDE-400A-BD8D-A363547CC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6D030-0807-4209-A108-0854EEB465DA}" type="datetimeFigureOut">
              <a:rPr lang="de-DE" smtClean="0"/>
              <a:t>13.05.2026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D662201-EB7E-4563-96A4-3E40E3968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B4E941B-1FC5-4867-9389-B2A30959E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DC0DF-FA0B-4BF0-AEFB-6AF6D995032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50794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1F1E0D-8B65-463D-919C-A8D6A21CF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8BEE3E6-6C6E-43A4-B9E0-A0E0FE5F58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B73BFF1-6081-4281-B997-89B967258B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C70A1EF-C504-48C9-B57E-4387BE7A38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2FE3DFD-24FC-4303-8E32-D2AA81B2EF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EF763A7-F9EE-4CC1-94EA-E1EE02947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6D030-0807-4209-A108-0854EEB465DA}" type="datetimeFigureOut">
              <a:rPr lang="de-DE" smtClean="0"/>
              <a:t>13.05.2026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A3D9305-BAE6-4B7C-A4FA-FDFD1ABD7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EA8CF57-D65C-43E6-8F2E-4B77602D0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DC0DF-FA0B-4BF0-AEFB-6AF6D995032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53243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5FA3B8-4637-4B2B-85CD-FC2EF8D4B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B9ED926-9B50-4100-B8C1-05809AFAF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6D030-0807-4209-A108-0854EEB465DA}" type="datetimeFigureOut">
              <a:rPr lang="de-DE" smtClean="0"/>
              <a:t>13.05.2026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7E71FF5-C1D9-4819-91B3-B7054B776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71CE9D8-4C1F-4B00-896D-17490F181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DC0DF-FA0B-4BF0-AEFB-6AF6D995032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15332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121B5F2-F1E3-40C2-8D20-0CE9C6FBC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6D030-0807-4209-A108-0854EEB465DA}" type="datetimeFigureOut">
              <a:rPr lang="de-DE" smtClean="0"/>
              <a:t>13.05.2026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454947B-22AC-4573-8D63-DA4FAF3D3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0FF00B7-BEDB-4A85-A517-948E91874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DC0DF-FA0B-4BF0-AEFB-6AF6D995032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925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5BC9DE-5B24-44FD-986B-AF43A72F4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057C8FD-6F0C-46F5-B829-6A5E369D7A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A8D7462-46CC-406C-9FD8-EE6E44C995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2B17B88-60BC-4492-85F0-001556DB2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6D030-0807-4209-A108-0854EEB465DA}" type="datetimeFigureOut">
              <a:rPr lang="de-DE" smtClean="0"/>
              <a:t>13.05.2026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B8B3EC6-227A-4923-BB99-8094FA5D1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444B94C-6FC5-4B68-B8C6-74C4E7CB7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DC0DF-FA0B-4BF0-AEFB-6AF6D995032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026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C9F64A-E3BE-417E-8E1D-DAFEC8409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ED98BC4-A7E8-49CB-A824-5CC1A84F42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FD7DBE6-3839-4252-BF5A-25B7D00E52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7046258-9212-4FEA-BB3F-473C30074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6D030-0807-4209-A108-0854EEB465DA}" type="datetimeFigureOut">
              <a:rPr lang="de-DE" smtClean="0"/>
              <a:t>13.05.2026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CE2C7E4-D19C-4A1C-9631-D7769B7F6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6761E31-ACF9-40D7-A457-B1C34F88A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DC0DF-FA0B-4BF0-AEFB-6AF6D995032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95653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BAA498-86AB-46C8-B382-4E99FABA0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C532AE9-18A5-4F13-B54C-B758B75C01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C0678E4-35D7-4606-B808-1A49C0C54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6D030-0807-4209-A108-0854EEB465DA}" type="datetimeFigureOut">
              <a:rPr lang="de-DE" smtClean="0"/>
              <a:t>13.05.2026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23B05DB-9048-4D2A-9978-CAA922C99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548A361-8596-4A51-970B-2834941EC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DC0DF-FA0B-4BF0-AEFB-6AF6D995032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1420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BA0B6378-4080-4DCC-8C4A-50D0801F9D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021DE2E-BE97-441F-98B6-4800531028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8FD1C9B-D170-4C43-A0AD-D711CFE33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6D030-0807-4209-A108-0854EEB465DA}" type="datetimeFigureOut">
              <a:rPr lang="de-DE" smtClean="0"/>
              <a:t>13.05.2026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E208D08-421A-479F-819B-EAAA2F4FE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C9FD909-78A3-48C1-8974-C241FC9AB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DC0DF-FA0B-4BF0-AEFB-6AF6D995032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1560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F4E2286-ECCC-4E21-BFED-6AF72C9B9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229D74A-6A06-4E1C-8B73-5805A69DCB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9005B2F-EAF1-4265-990E-5E5595F3C4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16D030-0807-4209-A108-0854EEB465DA}" type="datetimeFigureOut">
              <a:rPr lang="de-DE" smtClean="0"/>
              <a:t>13.05.2026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3555F7C-D923-495B-90F6-8BBCBCEC35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A5FCADC-BA9A-473C-8238-53B8D91C50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0DC0DF-FA0B-4BF0-AEFB-6AF6D995032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22569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32C05820-AE7C-4E17-9DBE-4534A8BCD96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5158"/>
          <a:stretch/>
        </p:blipFill>
        <p:spPr>
          <a:xfrm>
            <a:off x="3393084" y="985479"/>
            <a:ext cx="914212" cy="3491379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8CEB60C6-13B1-4CEE-B71C-0984A7B398C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097" r="28646"/>
          <a:stretch/>
        </p:blipFill>
        <p:spPr>
          <a:xfrm>
            <a:off x="4283242" y="985479"/>
            <a:ext cx="1740569" cy="3491379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038A6992-9E70-41C4-B87C-D15C09458206}"/>
              </a:ext>
            </a:extLst>
          </p:cNvPr>
          <p:cNvSpPr txBox="1"/>
          <p:nvPr/>
        </p:nvSpPr>
        <p:spPr>
          <a:xfrm rot="5400000">
            <a:off x="5567448" y="3062275"/>
            <a:ext cx="13677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00" dirty="0" err="1">
                <a:latin typeface="Arial" panose="020B0604020202020204" pitchFamily="34" charset="0"/>
                <a:cs typeface="Arial" panose="020B0604020202020204" pitchFamily="34" charset="0"/>
              </a:rPr>
              <a:t>Imbalanced</a:t>
            </a:r>
            <a:r>
              <a:rPr lang="de-DE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900" dirty="0" err="1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de-DE" sz="900" dirty="0">
                <a:latin typeface="Arial" panose="020B0604020202020204" pitchFamily="34" charset="0"/>
                <a:cs typeface="Arial" panose="020B0604020202020204" pitchFamily="34" charset="0"/>
              </a:rPr>
              <a:t> 1:10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A5EEC34E-557B-4853-B4B0-C0B7A95D977B}"/>
              </a:ext>
            </a:extLst>
          </p:cNvPr>
          <p:cNvSpPr txBox="1"/>
          <p:nvPr/>
        </p:nvSpPr>
        <p:spPr>
          <a:xfrm rot="5400000">
            <a:off x="5567450" y="1694503"/>
            <a:ext cx="13677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00" dirty="0" err="1">
                <a:latin typeface="Arial" panose="020B0604020202020204" pitchFamily="34" charset="0"/>
                <a:cs typeface="Arial" panose="020B0604020202020204" pitchFamily="34" charset="0"/>
              </a:rPr>
              <a:t>Balanced</a:t>
            </a:r>
            <a:r>
              <a:rPr lang="de-DE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900" dirty="0" err="1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de-DE" sz="900" dirty="0">
                <a:latin typeface="Arial" panose="020B0604020202020204" pitchFamily="34" charset="0"/>
                <a:cs typeface="Arial" panose="020B0604020202020204" pitchFamily="34" charset="0"/>
              </a:rPr>
              <a:t> 1:1</a:t>
            </a:r>
          </a:p>
        </p:txBody>
      </p:sp>
    </p:spTree>
    <p:extLst>
      <p:ext uri="{BB962C8B-B14F-4D97-AF65-F5344CB8AC3E}">
        <p14:creationId xmlns:p14="http://schemas.microsoft.com/office/powerpoint/2010/main" val="1449246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291D6B04-452C-4D3C-920D-CB71E214E8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63" t="32516"/>
          <a:stretch/>
        </p:blipFill>
        <p:spPr>
          <a:xfrm>
            <a:off x="4562847" y="1796714"/>
            <a:ext cx="3066305" cy="2936458"/>
          </a:xfrm>
        </p:spPr>
      </p:pic>
      <p:pic>
        <p:nvPicPr>
          <p:cNvPr id="6" name="Inhaltsplatzhalter 4">
            <a:extLst>
              <a:ext uri="{FF2B5EF4-FFF2-40B4-BE49-F238E27FC236}">
                <a16:creationId xmlns:a16="http://schemas.microsoft.com/office/drawing/2014/main" id="{93D91063-1ECB-450D-9899-329180D0C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516" r="59552"/>
          <a:stretch/>
        </p:blipFill>
        <p:spPr>
          <a:xfrm>
            <a:off x="1184852" y="1796715"/>
            <a:ext cx="3226728" cy="2936457"/>
          </a:xfrm>
          <a:prstGeom prst="rect">
            <a:avLst/>
          </a:prstGeom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44A6876A-5317-4CE7-8615-9E5C9B199278}"/>
              </a:ext>
            </a:extLst>
          </p:cNvPr>
          <p:cNvSpPr/>
          <p:nvPr/>
        </p:nvSpPr>
        <p:spPr>
          <a:xfrm>
            <a:off x="5342019" y="3340768"/>
            <a:ext cx="689813" cy="549443"/>
          </a:xfrm>
          <a:prstGeom prst="rect">
            <a:avLst/>
          </a:prstGeom>
          <a:solidFill>
            <a:srgbClr val="F0EF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9E976A5E-C9DC-4CC5-A2D9-202220D1AE66}"/>
              </a:ext>
            </a:extLst>
          </p:cNvPr>
          <p:cNvSpPr/>
          <p:nvPr/>
        </p:nvSpPr>
        <p:spPr>
          <a:xfrm>
            <a:off x="6095999" y="1796714"/>
            <a:ext cx="1307433" cy="2743202"/>
          </a:xfrm>
          <a:prstGeom prst="rect">
            <a:avLst/>
          </a:prstGeom>
          <a:solidFill>
            <a:srgbClr val="F0EF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9" name="Inhaltsplatzhalter 4">
            <a:extLst>
              <a:ext uri="{FF2B5EF4-FFF2-40B4-BE49-F238E27FC236}">
                <a16:creationId xmlns:a16="http://schemas.microsoft.com/office/drawing/2014/main" id="{53DC96E7-9D30-46FB-91E2-29A7A685B4F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681" t="68554" r="2930" b="12966"/>
          <a:stretch/>
        </p:blipFill>
        <p:spPr>
          <a:xfrm>
            <a:off x="6095999" y="2701089"/>
            <a:ext cx="1307434" cy="804111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E5A8F1E4-03D5-4CCD-8DCC-21BF2A0FB041}"/>
              </a:ext>
            </a:extLst>
          </p:cNvPr>
          <p:cNvSpPr txBox="1"/>
          <p:nvPr/>
        </p:nvSpPr>
        <p:spPr>
          <a:xfrm>
            <a:off x="6028386" y="3457074"/>
            <a:ext cx="156523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100" b="1" dirty="0">
                <a:latin typeface="Bahnschrift SemiBold" panose="020B0502040204020203" pitchFamily="34" charset="0"/>
                <a:cs typeface="Arial" panose="020B0604020202020204" pitchFamily="34" charset="0"/>
              </a:rPr>
              <a:t>More </a:t>
            </a:r>
            <a:r>
              <a:rPr lang="de-DE" sz="1100" b="1" dirty="0" err="1">
                <a:latin typeface="Bahnschrift SemiBold" panose="020B0502040204020203" pitchFamily="34" charset="0"/>
                <a:cs typeface="Arial" panose="020B0604020202020204" pitchFamily="34" charset="0"/>
              </a:rPr>
              <a:t>stable</a:t>
            </a:r>
            <a:r>
              <a:rPr lang="de-DE" sz="1100" b="1" dirty="0">
                <a:latin typeface="Bahnschrift SemiBold" panose="020B0502040204020203" pitchFamily="34" charset="0"/>
                <a:cs typeface="Arial" panose="020B0604020202020204" pitchFamily="34" charset="0"/>
              </a:rPr>
              <a:t> </a:t>
            </a:r>
            <a:r>
              <a:rPr lang="de-DE" sz="1100" b="1" dirty="0" err="1">
                <a:latin typeface="Bahnschrift SemiBold" panose="020B0502040204020203" pitchFamily="34" charset="0"/>
                <a:cs typeface="Arial" panose="020B0604020202020204" pitchFamily="34" charset="0"/>
              </a:rPr>
              <a:t>evaluation</a:t>
            </a:r>
            <a:r>
              <a:rPr lang="de-DE" sz="1100" b="1" dirty="0">
                <a:latin typeface="Bahnschrift SemiBold" panose="020B0502040204020203" pitchFamily="34" charset="0"/>
                <a:cs typeface="Arial" panose="020B0604020202020204" pitchFamily="34" charset="0"/>
              </a:rPr>
              <a:t> </a:t>
            </a:r>
            <a:r>
              <a:rPr lang="de-DE" sz="1100" b="1" dirty="0" err="1">
                <a:latin typeface="Bahnschrift SemiBold" panose="020B0502040204020203" pitchFamily="34" charset="0"/>
                <a:cs typeface="Arial" panose="020B0604020202020204" pitchFamily="34" charset="0"/>
              </a:rPr>
              <a:t>metrics</a:t>
            </a:r>
            <a:r>
              <a:rPr lang="de-DE" sz="1100" b="1" dirty="0">
                <a:latin typeface="Bahnschrift SemiBold" panose="020B0502040204020203" pitchFamily="34" charset="0"/>
                <a:cs typeface="Arial" panose="020B0604020202020204" pitchFamily="34" charset="0"/>
              </a:rPr>
              <a:t> </a:t>
            </a:r>
            <a:r>
              <a:rPr lang="de-DE" sz="1100" b="1" dirty="0" err="1">
                <a:latin typeface="Bahnschrift SemiBold" panose="020B0502040204020203" pitchFamily="34" charset="0"/>
                <a:cs typeface="Arial" panose="020B0604020202020204" pitchFamily="34" charset="0"/>
              </a:rPr>
              <a:t>with</a:t>
            </a:r>
            <a:r>
              <a:rPr lang="de-DE" sz="1100" b="1" dirty="0">
                <a:latin typeface="Bahnschrift SemiBold" panose="020B0502040204020203" pitchFamily="34" charset="0"/>
                <a:cs typeface="Arial" panose="020B0604020202020204" pitchFamily="34" charset="0"/>
              </a:rPr>
              <a:t> </a:t>
            </a:r>
            <a:r>
              <a:rPr lang="de-DE" sz="1100" b="1" dirty="0" err="1">
                <a:latin typeface="Bahnschrift SemiBold" panose="020B0502040204020203" pitchFamily="34" charset="0"/>
                <a:cs typeface="Arial" panose="020B0604020202020204" pitchFamily="34" charset="0"/>
              </a:rPr>
              <a:t>more</a:t>
            </a:r>
            <a:r>
              <a:rPr lang="de-DE" sz="1100" b="1" dirty="0">
                <a:latin typeface="Bahnschrift SemiBold" panose="020B0502040204020203" pitchFamily="34" charset="0"/>
                <a:cs typeface="Arial" panose="020B0604020202020204" pitchFamily="34" charset="0"/>
              </a:rPr>
              <a:t> </a:t>
            </a:r>
            <a:r>
              <a:rPr lang="de-DE" sz="1100" b="1" dirty="0" err="1">
                <a:latin typeface="Bahnschrift SemiBold" panose="020B0502040204020203" pitchFamily="34" charset="0"/>
                <a:cs typeface="Arial" panose="020B0604020202020204" pitchFamily="34" charset="0"/>
              </a:rPr>
              <a:t>points</a:t>
            </a:r>
            <a:endParaRPr lang="de-DE" sz="1100" b="1" dirty="0">
              <a:latin typeface="Bahnschrift SemiBold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99BFE860-5F9C-4670-8ECB-EE5431B70C9A}"/>
              </a:ext>
            </a:extLst>
          </p:cNvPr>
          <p:cNvSpPr txBox="1"/>
          <p:nvPr/>
        </p:nvSpPr>
        <p:spPr>
          <a:xfrm>
            <a:off x="1307432" y="1292802"/>
            <a:ext cx="3104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b="1" dirty="0">
                <a:latin typeface="Bahnschrift SemiBold" panose="020B0502040204020203" pitchFamily="34" charset="0"/>
                <a:cs typeface="Arial" panose="020B0604020202020204" pitchFamily="34" charset="0"/>
              </a:rPr>
              <a:t>Modelling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CAB5CB35-DCC9-4DD5-9B64-E30AF754D12C}"/>
              </a:ext>
            </a:extLst>
          </p:cNvPr>
          <p:cNvSpPr txBox="1"/>
          <p:nvPr/>
        </p:nvSpPr>
        <p:spPr>
          <a:xfrm>
            <a:off x="4562846" y="1311593"/>
            <a:ext cx="29047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b="1" dirty="0" err="1">
                <a:latin typeface="Bahnschrift SemiBold" panose="020B0502040204020203" pitchFamily="34" charset="0"/>
                <a:cs typeface="Arial" panose="020B0604020202020204" pitchFamily="34" charset="0"/>
              </a:rPr>
              <a:t>Testing</a:t>
            </a:r>
            <a:endParaRPr lang="de-DE" sz="2800" b="1" dirty="0">
              <a:latin typeface="Bahnschrift SemiBold" panose="020B0502040204020203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15680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9241A0B8-A462-46EE-9A08-23EEBF1FFD4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001" b="50000"/>
          <a:stretch/>
        </p:blipFill>
        <p:spPr>
          <a:xfrm>
            <a:off x="5648373" y="409174"/>
            <a:ext cx="1720415" cy="286742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A63A4DC-5F62-4258-85D4-D0847AE74D6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89" r="66927" b="51888"/>
          <a:stretch/>
        </p:blipFill>
        <p:spPr>
          <a:xfrm>
            <a:off x="1395664" y="304901"/>
            <a:ext cx="1002632" cy="2759141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A87BA6C4-763F-4914-851D-193A5B37A14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2243" b="51888"/>
          <a:stretch/>
        </p:blipFill>
        <p:spPr>
          <a:xfrm>
            <a:off x="950798" y="304901"/>
            <a:ext cx="444865" cy="2759141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73BF7D67-4147-4FAA-8253-346C71B586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834" t="42168" r="492" b="42237"/>
          <a:stretch/>
        </p:blipFill>
        <p:spPr>
          <a:xfrm>
            <a:off x="7368788" y="1461887"/>
            <a:ext cx="669455" cy="894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1215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</Words>
  <Application>Microsoft Office PowerPoint</Application>
  <PresentationFormat>Breitbild</PresentationFormat>
  <Paragraphs>5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8" baseType="lpstr">
      <vt:lpstr>Arial</vt:lpstr>
      <vt:lpstr>Bahnschrift SemiBold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Lisa Bald</dc:creator>
  <cp:lastModifiedBy>Lisa Bald</cp:lastModifiedBy>
  <cp:revision>5</cp:revision>
  <dcterms:created xsi:type="dcterms:W3CDTF">2026-05-13T13:51:53Z</dcterms:created>
  <dcterms:modified xsi:type="dcterms:W3CDTF">2026-05-13T14:51:31Z</dcterms:modified>
</cp:coreProperties>
</file>